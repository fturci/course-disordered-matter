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BB9C0-9A14-44B7-8654-FCF8BB0601E5}" v="1" dt="2026-09-16T12:19:36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Darras" userId="dd6f915a-1689-4737-8bf1-c7618d132109" providerId="ADAL" clId="{928A88A6-936A-4D71-B522-45AB7E8A7398}"/>
    <pc:docChg chg="custSel addSld modSld">
      <pc:chgData name="Alexis Darras" userId="dd6f915a-1689-4737-8bf1-c7618d132109" providerId="ADAL" clId="{928A88A6-936A-4D71-B522-45AB7E8A7398}" dt="2026-09-16T12:22:57.595" v="42" actId="14100"/>
      <pc:docMkLst>
        <pc:docMk/>
      </pc:docMkLst>
      <pc:sldChg chg="addSp delSp modSp new mod">
        <pc:chgData name="Alexis Darras" userId="dd6f915a-1689-4737-8bf1-c7618d132109" providerId="ADAL" clId="{928A88A6-936A-4D71-B522-45AB7E8A7398}" dt="2026-09-16T12:22:57.595" v="42" actId="14100"/>
        <pc:sldMkLst>
          <pc:docMk/>
          <pc:sldMk cId="3113940452" sldId="256"/>
        </pc:sldMkLst>
        <pc:spChg chg="del">
          <ac:chgData name="Alexis Darras" userId="dd6f915a-1689-4737-8bf1-c7618d132109" providerId="ADAL" clId="{928A88A6-936A-4D71-B522-45AB7E8A7398}" dt="2026-09-16T12:12:08.405" v="1" actId="478"/>
          <ac:spMkLst>
            <pc:docMk/>
            <pc:sldMk cId="3113940452" sldId="256"/>
            <ac:spMk id="2" creationId="{7342BCC7-C82B-C2A9-065A-903742969E08}"/>
          </ac:spMkLst>
        </pc:spChg>
        <pc:spChg chg="del">
          <ac:chgData name="Alexis Darras" userId="dd6f915a-1689-4737-8bf1-c7618d132109" providerId="ADAL" clId="{928A88A6-936A-4D71-B522-45AB7E8A7398}" dt="2026-09-16T12:12:08.405" v="1" actId="478"/>
          <ac:spMkLst>
            <pc:docMk/>
            <pc:sldMk cId="3113940452" sldId="256"/>
            <ac:spMk id="3" creationId="{C17DCBE5-23C9-B6C1-3DC5-7014F589E281}"/>
          </ac:spMkLst>
        </pc:spChg>
        <pc:spChg chg="add mod">
          <ac:chgData name="Alexis Darras" userId="dd6f915a-1689-4737-8bf1-c7618d132109" providerId="ADAL" clId="{928A88A6-936A-4D71-B522-45AB7E8A7398}" dt="2026-09-16T12:19:36.580" v="38" actId="164"/>
          <ac:spMkLst>
            <pc:docMk/>
            <pc:sldMk cId="3113940452" sldId="256"/>
            <ac:spMk id="6" creationId="{5CE8B98C-21FD-6E46-EE14-66D4805759D4}"/>
          </ac:spMkLst>
        </pc:spChg>
        <pc:spChg chg="add mod">
          <ac:chgData name="Alexis Darras" userId="dd6f915a-1689-4737-8bf1-c7618d132109" providerId="ADAL" clId="{928A88A6-936A-4D71-B522-45AB7E8A7398}" dt="2026-09-16T12:21:34.645" v="40" actId="14100"/>
          <ac:spMkLst>
            <pc:docMk/>
            <pc:sldMk cId="3113940452" sldId="256"/>
            <ac:spMk id="7" creationId="{38B99890-DF00-B859-9D52-253A4430A702}"/>
          </ac:spMkLst>
        </pc:spChg>
        <pc:spChg chg="add mod">
          <ac:chgData name="Alexis Darras" userId="dd6f915a-1689-4737-8bf1-c7618d132109" providerId="ADAL" clId="{928A88A6-936A-4D71-B522-45AB7E8A7398}" dt="2026-09-16T12:22:57.595" v="42" actId="14100"/>
          <ac:spMkLst>
            <pc:docMk/>
            <pc:sldMk cId="3113940452" sldId="256"/>
            <ac:spMk id="9" creationId="{A1B1A71E-BBDD-530F-55CF-ECA0C824E7D1}"/>
          </ac:spMkLst>
        </pc:spChg>
        <pc:spChg chg="add mod">
          <ac:chgData name="Alexis Darras" userId="dd6f915a-1689-4737-8bf1-c7618d132109" providerId="ADAL" clId="{928A88A6-936A-4D71-B522-45AB7E8A7398}" dt="2026-09-16T12:19:36.580" v="38" actId="164"/>
          <ac:spMkLst>
            <pc:docMk/>
            <pc:sldMk cId="3113940452" sldId="256"/>
            <ac:spMk id="11" creationId="{1C2E3DC2-124A-D7B7-5C57-C0335DBC2F9B}"/>
          </ac:spMkLst>
        </pc:spChg>
        <pc:spChg chg="add mod">
          <ac:chgData name="Alexis Darras" userId="dd6f915a-1689-4737-8bf1-c7618d132109" providerId="ADAL" clId="{928A88A6-936A-4D71-B522-45AB7E8A7398}" dt="2026-09-16T12:21:26.233" v="39" actId="14100"/>
          <ac:spMkLst>
            <pc:docMk/>
            <pc:sldMk cId="3113940452" sldId="256"/>
            <ac:spMk id="13" creationId="{79AFB1C0-6954-15CB-9926-1ED755DB7F9B}"/>
          </ac:spMkLst>
        </pc:spChg>
        <pc:spChg chg="add mod">
          <ac:chgData name="Alexis Darras" userId="dd6f915a-1689-4737-8bf1-c7618d132109" providerId="ADAL" clId="{928A88A6-936A-4D71-B522-45AB7E8A7398}" dt="2026-09-16T12:19:36.580" v="38" actId="164"/>
          <ac:spMkLst>
            <pc:docMk/>
            <pc:sldMk cId="3113940452" sldId="256"/>
            <ac:spMk id="15" creationId="{D6004B79-F3FE-8E83-CAE4-E5DEFC0944E7}"/>
          </ac:spMkLst>
        </pc:spChg>
        <pc:spChg chg="add mod">
          <ac:chgData name="Alexis Darras" userId="dd6f915a-1689-4737-8bf1-c7618d132109" providerId="ADAL" clId="{928A88A6-936A-4D71-B522-45AB7E8A7398}" dt="2026-09-16T12:19:36.580" v="38" actId="164"/>
          <ac:spMkLst>
            <pc:docMk/>
            <pc:sldMk cId="3113940452" sldId="256"/>
            <ac:spMk id="17" creationId="{15F206C1-8352-752A-B9DA-A0E8CCF1CA95}"/>
          </ac:spMkLst>
        </pc:spChg>
        <pc:grpChg chg="add mod">
          <ac:chgData name="Alexis Darras" userId="dd6f915a-1689-4737-8bf1-c7618d132109" providerId="ADAL" clId="{928A88A6-936A-4D71-B522-45AB7E8A7398}" dt="2026-09-16T12:19:36.580" v="38" actId="164"/>
          <ac:grpSpMkLst>
            <pc:docMk/>
            <pc:sldMk cId="3113940452" sldId="256"/>
            <ac:grpSpMk id="18" creationId="{0D1B8050-16C8-77E9-6F33-22B76C4C0DA9}"/>
          </ac:grpSpMkLst>
        </pc:grpChg>
        <pc:picChg chg="add mod">
          <ac:chgData name="Alexis Darras" userId="dd6f915a-1689-4737-8bf1-c7618d132109" providerId="ADAL" clId="{928A88A6-936A-4D71-B522-45AB7E8A7398}" dt="2026-09-16T12:19:36.580" v="38" actId="164"/>
          <ac:picMkLst>
            <pc:docMk/>
            <pc:sldMk cId="3113940452" sldId="256"/>
            <ac:picMk id="5" creationId="{02A0EF1B-616F-E485-D770-7368725294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E85D-61E4-74D4-6CF7-89A89725A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5956E-D352-9F95-9736-844FFBD13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7A3C7-0B22-96D7-28A0-18948637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E17FF-164C-08C3-4C95-ADEC763F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62373-7FAA-853F-0C92-EBB003A1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26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7550-7086-0AA1-1B6A-87B35F8F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9D22-E976-5AFE-55EB-67EA478A0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2E375-426A-252B-0184-969C2500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EEE37-C95C-B1A6-8C4D-D8EFB6FD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772C8-CD0B-96A0-3C55-75448020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56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5BBB-1F05-3B65-D963-E6F48B96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9BB6C-2D8B-F6D0-E890-137CE9E70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F65C-7169-9D7A-484B-1A6559E6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0D785-FC45-8B16-0807-2656E54C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21872-ED65-EE11-9A40-1F3D0198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74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2749-9DBC-FF1B-DFBA-43F0390D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93E39-9D61-2B25-9595-4D5FBED37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FCC80-F3AB-1313-EEC8-339A42AA1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B80C6-9839-A11D-C9D0-23D31A9A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77157-FD43-944E-4180-252B0EB5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144C8-8C7C-0D76-38A8-8E908BDD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43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FD3E-CC19-BFCE-8BF3-2D34A0E2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61D44-2310-B2D1-0E48-245A2AF8D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1687-C77D-DC85-CE10-EE22C16C6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37B0C-31A3-825C-D980-A31BC7149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30A5E2-C450-571F-B8CA-B3CB538CF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E4A67-E742-1AF2-B57B-413EB7AD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0E0D0-88C6-37F9-299F-C7D1BA52A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CEFD5-133F-256A-9AFD-5E20B359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42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54BE-A34B-6EB0-DC77-66C7A0F7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2F2A61-867C-9E4B-6083-081B69FC6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00056-3F13-9578-E657-65BC3DAA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B198E-D93F-1CC0-A960-E0D78F84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51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19FE2-5250-DCDF-1BB3-A0F24D52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2FBD3-AFC7-C14E-48BB-FE3BBABE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520A-A0DA-0AA3-2A9E-C6A0249E4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35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958C-D805-E09E-22D3-B971743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B376B-7175-BD80-84BF-65721BDF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5E5F7-8C90-474D-91F3-E7D00A319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963C4-3E5F-DDA8-D1DF-ADBDF934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F24C5-1D3B-2705-9F21-2F89DF1A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93234-F12F-14E1-AB01-B5929E8B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9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DFC0-E0E9-9FF6-4282-76B57856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04762C-E620-005A-7429-3BC3FCE0F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F5310-849F-5A8A-C78B-2777D797C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DE371-A4BF-91AD-0AF2-63180FD4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1756F-F82B-1063-0B78-AB3BEDB5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93490-A535-C904-91BE-AB724AC0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7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98E4-6567-2F73-928C-7C19896B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9A6A8-85B0-E24B-3FF5-5C159697E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0984-A8A4-AAB5-7E15-5C8D8B72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6A9E7-40E3-E3D7-4C03-00DD7972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0F4BE-571E-530C-9942-50C50F12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36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2F5CA-6002-F801-421B-821C5981C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EA904-1F92-13B2-3924-B31FFA584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66847-A979-D889-CD87-7464E5FB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B3E6-9567-096C-1DAE-42A2AE12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BF80B-FE61-612E-DC59-88E96DAC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74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FE11B-0561-AA2A-0410-5CE98E64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77EC8-FB77-396A-7D8D-1A24B49E2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BFB96-A2E2-4D08-1744-A8CC3ADF6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DF25C-A2CC-4987-8F21-7AA5EACF72BC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B9EFF-9280-77F6-842C-93FB35352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F507E-07CE-B66F-D1C4-C0653B2A2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59C6EA-6B54-49BE-820E-5B47839D99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185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D1B8050-16C8-77E9-6F33-22B76C4C0DA9}"/>
              </a:ext>
            </a:extLst>
          </p:cNvPr>
          <p:cNvGrpSpPr/>
          <p:nvPr/>
        </p:nvGrpSpPr>
        <p:grpSpPr>
          <a:xfrm>
            <a:off x="1747230" y="747338"/>
            <a:ext cx="8697539" cy="5363323"/>
            <a:chOff x="1747230" y="747338"/>
            <a:chExt cx="8697539" cy="536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A0EF1B-616F-E485-D770-736872529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7230" y="747338"/>
              <a:ext cx="8697539" cy="5363323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CE8B98C-21FD-6E46-EE14-66D4805759D4}"/>
                </a:ext>
              </a:extLst>
            </p:cNvPr>
            <p:cNvSpPr/>
            <p:nvPr/>
          </p:nvSpPr>
          <p:spPr>
            <a:xfrm>
              <a:off x="5937584" y="4793924"/>
              <a:ext cx="4263992" cy="1042416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B99890-DF00-B859-9D52-253A4430A702}"/>
                </a:ext>
              </a:extLst>
            </p:cNvPr>
            <p:cNvSpPr/>
            <p:nvPr/>
          </p:nvSpPr>
          <p:spPr>
            <a:xfrm>
              <a:off x="5504688" y="5707090"/>
              <a:ext cx="4696888" cy="246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B1A71E-BBDD-530F-55CF-ECA0C824E7D1}"/>
                </a:ext>
              </a:extLst>
            </p:cNvPr>
            <p:cNvSpPr/>
            <p:nvPr/>
          </p:nvSpPr>
          <p:spPr>
            <a:xfrm>
              <a:off x="5858255" y="4634194"/>
              <a:ext cx="4422647" cy="246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2E3DC2-124A-D7B7-5C57-C0335DBC2F9B}"/>
                </a:ext>
              </a:extLst>
            </p:cNvPr>
            <p:cNvSpPr/>
            <p:nvPr/>
          </p:nvSpPr>
          <p:spPr>
            <a:xfrm>
              <a:off x="7882128" y="4215384"/>
              <a:ext cx="374904" cy="385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AFB1C0-6954-15CB-9926-1ED755DB7F9B}"/>
                </a:ext>
              </a:extLst>
            </p:cNvPr>
            <p:cNvSpPr/>
            <p:nvPr/>
          </p:nvSpPr>
          <p:spPr>
            <a:xfrm>
              <a:off x="10027921" y="4757638"/>
              <a:ext cx="252982" cy="11920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004B79-F3FE-8E83-CAE4-E5DEFC0944E7}"/>
                </a:ext>
              </a:extLst>
            </p:cNvPr>
            <p:cNvSpPr/>
            <p:nvPr/>
          </p:nvSpPr>
          <p:spPr>
            <a:xfrm>
              <a:off x="5641849" y="4757638"/>
              <a:ext cx="593632" cy="11920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5F206C1-8352-752A-B9DA-A0E8CCF1CA95}"/>
                </a:ext>
              </a:extLst>
            </p:cNvPr>
            <p:cNvSpPr/>
            <p:nvPr/>
          </p:nvSpPr>
          <p:spPr>
            <a:xfrm>
              <a:off x="5937583" y="4753355"/>
              <a:ext cx="4263992" cy="1042416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13940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Darras</dc:creator>
  <cp:lastModifiedBy>Alexis Darras</cp:lastModifiedBy>
  <cp:revision>1</cp:revision>
  <dcterms:created xsi:type="dcterms:W3CDTF">2026-09-16T12:12:02Z</dcterms:created>
  <dcterms:modified xsi:type="dcterms:W3CDTF">2026-09-16T12:22:57Z</dcterms:modified>
</cp:coreProperties>
</file>