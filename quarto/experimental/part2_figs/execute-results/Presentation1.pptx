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C60852-A541-4DBC-A98F-EF619CD8C42B}" v="1" dt="2026-09-15T11:01:51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Darras" userId="dd6f915a-1689-4737-8bf1-c7618d132109" providerId="ADAL" clId="{928A88A6-936A-4D71-B522-45AB7E8A7398}"/>
    <pc:docChg chg="undo custSel modSld">
      <pc:chgData name="Alexis Darras" userId="dd6f915a-1689-4737-8bf1-c7618d132109" providerId="ADAL" clId="{928A88A6-936A-4D71-B522-45AB7E8A7398}" dt="2026-09-15T11:01:58.865" v="6" actId="1076"/>
      <pc:docMkLst>
        <pc:docMk/>
      </pc:docMkLst>
      <pc:sldChg chg="addSp delSp modSp mod">
        <pc:chgData name="Alexis Darras" userId="dd6f915a-1689-4737-8bf1-c7618d132109" providerId="ADAL" clId="{928A88A6-936A-4D71-B522-45AB7E8A7398}" dt="2026-09-15T11:01:58.865" v="6" actId="1076"/>
        <pc:sldMkLst>
          <pc:docMk/>
          <pc:sldMk cId="205324185" sldId="256"/>
        </pc:sldMkLst>
        <pc:spChg chg="del">
          <ac:chgData name="Alexis Darras" userId="dd6f915a-1689-4737-8bf1-c7618d132109" providerId="ADAL" clId="{928A88A6-936A-4D71-B522-45AB7E8A7398}" dt="2026-09-15T11:01:55.047" v="5" actId="478"/>
          <ac:spMkLst>
            <pc:docMk/>
            <pc:sldMk cId="205324185" sldId="256"/>
            <ac:spMk id="2" creationId="{ECEABF39-9F00-B962-F353-EBC460B5C96F}"/>
          </ac:spMkLst>
        </pc:spChg>
        <pc:spChg chg="del">
          <ac:chgData name="Alexis Darras" userId="dd6f915a-1689-4737-8bf1-c7618d132109" providerId="ADAL" clId="{928A88A6-936A-4D71-B522-45AB7E8A7398}" dt="2026-09-15T11:01:40.453" v="0" actId="478"/>
          <ac:spMkLst>
            <pc:docMk/>
            <pc:sldMk cId="205324185" sldId="256"/>
            <ac:spMk id="3" creationId="{C9E2CDD6-3417-B029-FB0D-33C6D5094C9E}"/>
          </ac:spMkLst>
        </pc:spChg>
        <pc:spChg chg="mod">
          <ac:chgData name="Alexis Darras" userId="dd6f915a-1689-4737-8bf1-c7618d132109" providerId="ADAL" clId="{928A88A6-936A-4D71-B522-45AB7E8A7398}" dt="2026-09-15T11:01:51.646" v="3" actId="164"/>
          <ac:spMkLst>
            <pc:docMk/>
            <pc:sldMk cId="205324185" sldId="256"/>
            <ac:spMk id="7" creationId="{621A108D-4A35-E78D-B7A3-83D3C84DDC9C}"/>
          </ac:spMkLst>
        </pc:spChg>
        <pc:grpChg chg="add mod">
          <ac:chgData name="Alexis Darras" userId="dd6f915a-1689-4737-8bf1-c7618d132109" providerId="ADAL" clId="{928A88A6-936A-4D71-B522-45AB7E8A7398}" dt="2026-09-15T11:01:58.865" v="6" actId="1076"/>
          <ac:grpSpMkLst>
            <pc:docMk/>
            <pc:sldMk cId="205324185" sldId="256"/>
            <ac:grpSpMk id="8" creationId="{21007A52-C9FB-44FD-E6F4-86993BCC5A59}"/>
          </ac:grpSpMkLst>
        </pc:grpChg>
        <pc:picChg chg="add del mod">
          <ac:chgData name="Alexis Darras" userId="dd6f915a-1689-4737-8bf1-c7618d132109" providerId="ADAL" clId="{928A88A6-936A-4D71-B522-45AB7E8A7398}" dt="2026-09-15T11:01:51.646" v="3" actId="164"/>
          <ac:picMkLst>
            <pc:docMk/>
            <pc:sldMk cId="205324185" sldId="256"/>
            <ac:picMk id="5" creationId="{C83D0DE6-88FC-D56B-912A-F41EA9D2B0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08D2B-524E-71B2-EA06-D93C0EE86C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CD748-38A2-D084-9A2F-1B4E1BEED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A9CF5-4543-7D83-3872-203CC2F1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89E3-AD1A-D4CB-6F16-63E430668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0604E-7D0F-AA64-8804-996E5E4C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9152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A00B7-94EB-2289-BA13-57095EA8C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0A037-D5BC-9899-C2A9-0B39640F4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2774B-F1E1-699C-2FED-289EF69E3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A6C80-E2F1-B5C8-D636-C0488CA57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5D158-B4C6-ECDA-25BA-B24A6E2B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270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1DD0-1EB8-34C6-7F96-E42ACBA70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C21E5-1838-9979-C486-D12CBB641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CB33B-7C27-5699-4E48-02F0BE767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467C-B78D-D810-CB35-12D3AA17C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BFF78-91CF-7BCB-8890-77A9BD0B2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008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1AF4-AF25-7172-25E4-5DBED5C5D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7CEBE-7008-609F-7362-0B3D7C14E3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3C93D-927F-048C-F520-1692F88FA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83C02-6565-8C5A-73AD-FE479A721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64F0B-EA6E-585E-5A72-5997C047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3B6B4F-DD03-7453-E306-062EE3F9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0167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CD4D5-DB63-9794-0F8D-3CD898D42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80474-A8D4-0BA4-DC8E-1B687A8C5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7D28A-EA37-B5EA-C669-7B3A3118B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2CC58E-FB61-456C-8BAA-CBE2F55D2B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C6C24-6EAD-B34A-63B6-9FF01E7F99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8FDEB-2BDA-448E-3418-D35D6B96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9D93E-EE3B-32BD-1709-037638942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EBE4E5-25D5-E280-D4C8-4EEE16EB1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1894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B012-D463-ED72-BCF6-0054580AB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E1463A-48AB-C4A4-D09D-32173F030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4DADF3-9BAB-8115-D627-103606719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C530F-C925-318A-30B0-61D39E57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166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E09F6-442D-E3CB-0EFC-3CB083DB7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7496C1-E74E-4DAA-C010-69BA6F60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BBB44-4372-40CA-A478-96C5665D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842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563E9-28C3-AEE5-B17C-439B31AD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F5D75-0CA9-2405-944D-7BD174186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C7314-0C64-9823-8F1A-865E45664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0F550-9FCD-C3C8-E6D0-2C9474A4F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7A082-9CED-CFC7-6B12-4ACF85379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C28BC-7172-4077-6679-A3374A4DB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208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03C5-5503-40E0-F0AE-D7BEDA523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7D0937-ADCE-AA89-EFCF-B8605D03C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23E04-115D-9D5B-35D5-867C02DE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60B57-7E45-557D-9275-395C8309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0FC14-E289-6C52-82E6-4EC7EB2B6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E46A0-22B6-A6EB-4252-4433FBD0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907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F973-9EDB-AF40-CDDF-40ED2D026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0F60D9-8917-BEBF-EDE5-7427AB9D2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A6552-B49B-CDBF-530A-78B57FDC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9D479-521D-B1F5-004D-457C90BE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DDFB-0A1F-8340-D80E-F3C3EE9A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377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2C069F-A8FA-D2FB-01A8-D7C6D8EF3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CF903C-EA6E-0907-894A-CD7D10377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384D9-F362-3805-8FA1-A52C9E13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1AD5D-B163-174D-498E-4D1ABB47D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07B23-57AE-B0E9-60F4-24D4725BA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478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0F42E-BAEB-5730-3E0C-146809653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04D6E-400E-C9D4-CE29-1312CEA3C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F9E01-D2C0-D07D-28E6-52ADEE5EA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F5D34-E3EE-427E-8A61-85709C7E285B}" type="datetimeFigureOut">
              <a:rPr lang="en-GB" smtClean="0"/>
              <a:t>15/09/2026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7E961-0084-E2D5-F848-027E4324B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80AD8-569B-AC6A-1DC5-DBEC8B2BBC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536277-C4FD-4D91-9A73-AA2D0568CF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4088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1007A52-C9FB-44FD-E6F4-86993BCC5A59}"/>
              </a:ext>
            </a:extLst>
          </p:cNvPr>
          <p:cNvGrpSpPr/>
          <p:nvPr/>
        </p:nvGrpSpPr>
        <p:grpSpPr>
          <a:xfrm>
            <a:off x="1524000" y="0"/>
            <a:ext cx="9144000" cy="6858000"/>
            <a:chOff x="1524000" y="0"/>
            <a:chExt cx="9144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83D0DE6-88FC-D56B-912A-F41EA9D2B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4000" y="0"/>
              <a:ext cx="9144000" cy="68580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621A108D-4A35-E78D-B7A3-83D3C84DDC9C}"/>
                    </a:ext>
                  </a:extLst>
                </p:cNvPr>
                <p:cNvSpPr/>
                <p:nvPr/>
              </p:nvSpPr>
              <p:spPr>
                <a:xfrm>
                  <a:off x="2291442" y="1136904"/>
                  <a:ext cx="7337189" cy="783336"/>
                </a:xfrm>
                <a:prstGeom prst="roundRect">
                  <a:avLst/>
                </a:prstGeom>
                <a:solidFill>
                  <a:srgbClr val="FFFF99"/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>
                      <a:solidFill>
                        <a:schemeClr val="tx1"/>
                      </a:solidFill>
                    </a:rPr>
                    <a:t>We measure the scattering cross section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den>
                      </m:f>
                    </m:oMath>
                  </a14:m>
                  <a:r>
                    <a:rPr lang="en-GB" dirty="0">
                      <a:solidFill>
                        <a:schemeClr val="tx1"/>
                      </a:solidFill>
                    </a:rPr>
                    <a:t> as a function of 2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</m:oMath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Rectangle: Rounded Corners 6">
                  <a:extLst>
                    <a:ext uri="{FF2B5EF4-FFF2-40B4-BE49-F238E27FC236}">
                      <a16:creationId xmlns:a16="http://schemas.microsoft.com/office/drawing/2014/main" id="{621A108D-4A35-E78D-B7A3-83D3C84DDC9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1442" y="1136904"/>
                  <a:ext cx="7337189" cy="78333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53241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Darras</dc:creator>
  <cp:lastModifiedBy>Alexis Darras</cp:lastModifiedBy>
  <cp:revision>1</cp:revision>
  <dcterms:created xsi:type="dcterms:W3CDTF">2026-09-15T10:55:48Z</dcterms:created>
  <dcterms:modified xsi:type="dcterms:W3CDTF">2026-09-15T11:02:08Z</dcterms:modified>
</cp:coreProperties>
</file>